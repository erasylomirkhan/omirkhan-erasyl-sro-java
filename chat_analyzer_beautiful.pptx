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ЧАТ АНАЛИЗАТОРЫ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жобасы</a:t>
            </a:r>
          </a:p>
          <a:p>
            <a:pPr/>
            <a:r>
              <a:t>HashMap қолдану</a:t>
            </a:r>
          </a:p>
          <a:p>
            <a:pPr/>
            <a:r>
              <a:t>Хабарламаларды талдау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Мақсаты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Мәтіндік деректерді өңдеу</a:t>
            </a:r>
          </a:p>
          <a:p>
            <a:pPr/>
            <a:r>
              <a:t>Қолданушылар статистикасы</a:t>
            </a:r>
          </a:p>
          <a:p>
            <a:pPr/>
            <a:r>
              <a:t>Сөз жиілігін анықтау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Мәселе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Көп хабарлама келеді</a:t>
            </a:r>
          </a:p>
          <a:p>
            <a:pPr/>
            <a:r>
              <a:t>Қолмен санау қиын</a:t>
            </a:r>
          </a:p>
          <a:p>
            <a:pPr/>
            <a:r>
              <a:t>Автоматтандыру қажет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Шешім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+ HashMap қолдану</a:t>
            </a:r>
          </a:p>
          <a:p>
            <a:pPr/>
            <a:r>
              <a:t>Жылдам есептеу</a:t>
            </a:r>
          </a:p>
          <a:p>
            <a:pPr/>
            <a:r>
              <a:t>Қарапайым логика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HashMap деген не?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- Value құрылымы</a:t>
            </a:r>
          </a:p>
          <a:p>
            <a:pPr/>
            <a:r>
              <a:t>Кілт арқылы мәнге қол жеткізу</a:t>
            </a:r>
          </a:p>
          <a:p>
            <a:pPr/>
            <a:r>
              <a:t>Өте жылдам жұмыс істейді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HashMap қалай жұмыс істейді?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hashCode() арқылы индекс табады</a:t>
            </a:r>
          </a:p>
          <a:p>
            <a:pPr/>
            <a:r>
              <a:t>Сол жерде мән сақталады</a:t>
            </a:r>
          </a:p>
          <a:p>
            <a:pPr/>
            <a:r>
              <a:t>Collision болса — тізім қолданады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Жиілік есептеу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Әр сөзді қараймыз</a:t>
            </a:r>
          </a:p>
          <a:p>
            <a:pPr/>
            <a:r>
              <a:t>HashMap ішінде санын өсіреміз</a:t>
            </a:r>
          </a:p>
          <a:p>
            <a:pPr/>
            <a:r>
              <a:t>getOrDefault() қолданамыз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Қолданушыларды анықтау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userID арқылы бөлеміз</a:t>
            </a:r>
          </a:p>
          <a:p>
            <a:pPr/>
            <a:r>
              <a:t>user -&gt; хабарлама саны</a:t>
            </a:r>
          </a:p>
          <a:p>
            <a:pPr/>
            <a:r>
              <a:t>Статистика аламыз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Код идеясы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цикл арқылы өту</a:t>
            </a:r>
          </a:p>
          <a:p>
            <a:pPr/>
            <a:r>
              <a:t>HashMap жаңарту</a:t>
            </a:r>
          </a:p>
          <a:p>
            <a:pPr/>
            <a:r>
              <a:t>Нәтижені шығару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Артықшылықтары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Жылдам</a:t>
            </a:r>
          </a:p>
          <a:p>
            <a:pPr/>
            <a:r>
              <a:t>Тиімді</a:t>
            </a:r>
          </a:p>
          <a:p>
            <a:pPr/>
            <a:r>
              <a:t>Оңай түсінікті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Қорытынды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HashMap — өте пайдалы құрал</a:t>
            </a:r>
          </a:p>
          <a:p>
            <a:pPr/>
            <a:r>
              <a:t>Чат анализ жасауға ыңғайлы</a:t>
            </a:r>
          </a:p>
          <a:p>
            <a:pPr/>
            <a:r>
              <a:t>Практикада кең қолданылады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